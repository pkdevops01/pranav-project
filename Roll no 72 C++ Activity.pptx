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9"/>
  </p:notesMasterIdLst>
  <p:sldIdLst>
    <p:sldId id="256" r:id="rId2"/>
    <p:sldId id="257" r:id="rId3"/>
    <p:sldId id="258" r:id="rId4"/>
    <p:sldId id="259" r:id="rId5"/>
    <p:sldId id="260" r:id="rId6"/>
    <p:sldId id="261" r:id="rId7"/>
    <p:sldId id="263"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0" d="100"/>
          <a:sy n="90" d="100"/>
        </p:scale>
        <p:origin x="-1157" y="-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50A276-F6AC-4452-88B9-B1268267B5AA}" type="datetimeFigureOut">
              <a:rPr lang="en-IN" smtClean="0"/>
              <a:t>02-05-2023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374967-07B4-4C87-A7FF-EC9D9E679405}" type="slidenum">
              <a:rPr lang="en-IN" smtClean="0"/>
              <a:t>‹#›</a:t>
            </a:fld>
            <a:endParaRPr lang="en-IN"/>
          </a:p>
        </p:txBody>
      </p:sp>
    </p:spTree>
    <p:extLst>
      <p:ext uri="{BB962C8B-B14F-4D97-AF65-F5344CB8AC3E}">
        <p14:creationId xmlns:p14="http://schemas.microsoft.com/office/powerpoint/2010/main" val="1384445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4374967-07B4-4C87-A7FF-EC9D9E679405}" type="slidenum">
              <a:rPr lang="en-IN" smtClean="0"/>
              <a:t>4</a:t>
            </a:fld>
            <a:endParaRPr lang="en-IN"/>
          </a:p>
        </p:txBody>
      </p:sp>
    </p:spTree>
    <p:extLst>
      <p:ext uri="{BB962C8B-B14F-4D97-AF65-F5344CB8AC3E}">
        <p14:creationId xmlns:p14="http://schemas.microsoft.com/office/powerpoint/2010/main" val="3515213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B0F4E79E-C862-47B0-AAF0-E1CC469EDB81}" type="datetimeFigureOut">
              <a:rPr lang="en-IN" smtClean="0"/>
              <a:t>02-05-2023</a:t>
            </a:fld>
            <a:endParaRPr lang="en-IN"/>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IN"/>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E16FA238-3496-4EB3-9FDA-1504D17CAFFE}"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B0F4E79E-C862-47B0-AAF0-E1CC469EDB81}" type="datetimeFigureOut">
              <a:rPr lang="en-IN" smtClean="0"/>
              <a:t>02-05-2023</a:t>
            </a:fld>
            <a:endParaRPr lang="en-IN"/>
          </a:p>
        </p:txBody>
      </p:sp>
      <p:sp>
        <p:nvSpPr>
          <p:cNvPr id="9" name="Slide Number Placeholder 8"/>
          <p:cNvSpPr>
            <a:spLocks noGrp="1"/>
          </p:cNvSpPr>
          <p:nvPr>
            <p:ph type="sldNum" sz="quarter" idx="15"/>
          </p:nvPr>
        </p:nvSpPr>
        <p:spPr/>
        <p:txBody>
          <a:bodyPr rtlCol="0"/>
          <a:lstStyle/>
          <a:p>
            <a:fld id="{E16FA238-3496-4EB3-9FDA-1504D17CAFFE}" type="slidenum">
              <a:rPr lang="en-IN" smtClean="0"/>
              <a:t>‹#›</a:t>
            </a:fld>
            <a:endParaRPr lang="en-IN"/>
          </a:p>
        </p:txBody>
      </p:sp>
      <p:sp>
        <p:nvSpPr>
          <p:cNvPr id="10" name="Footer Placeholder 9"/>
          <p:cNvSpPr>
            <a:spLocks noGrp="1"/>
          </p:cNvSpPr>
          <p:nvPr>
            <p:ph type="ftr" sz="quarter" idx="16"/>
          </p:nvPr>
        </p:nvSpPr>
        <p:spPr/>
        <p:txBody>
          <a:bodyPr rtlCol="0"/>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B0F4E79E-C862-47B0-AAF0-E1CC469EDB81}" type="datetimeFigureOut">
              <a:rPr lang="en-IN" smtClean="0"/>
              <a:t>02-05-2023</a:t>
            </a:fld>
            <a:endParaRPr lang="en-IN"/>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IN"/>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E16FA238-3496-4EB3-9FDA-1504D17CAFFE}" type="slidenum">
              <a:rPr lang="en-IN" smtClean="0"/>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B0F4E79E-C862-47B0-AAF0-E1CC469EDB81}" type="datetimeFigureOut">
              <a:rPr lang="en-IN" smtClean="0"/>
              <a:t>02-05-2023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16FA238-3496-4EB3-9FDA-1504D17CAFFE}" type="slidenum">
              <a:rPr lang="en-IN" smtClean="0"/>
              <a:t>‹#›</a:t>
            </a:fld>
            <a:endParaRPr lang="en-IN"/>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B0F4E79E-C862-47B0-AAF0-E1CC469EDB81}" type="datetimeFigureOut">
              <a:rPr lang="en-IN" smtClean="0"/>
              <a:t>02-05-2023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16FA238-3496-4EB3-9FDA-1504D17CAFFE}" type="slidenum">
              <a:rPr lang="en-IN" smtClean="0"/>
              <a:t>‹#›</a:t>
            </a:fld>
            <a:endParaRPr lang="en-IN"/>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B0F4E79E-C862-47B0-AAF0-E1CC469EDB81}" type="datetimeFigureOut">
              <a:rPr lang="en-IN" smtClean="0"/>
              <a:t>02-05-2023</a:t>
            </a:fld>
            <a:endParaRPr lang="en-IN"/>
          </a:p>
        </p:txBody>
      </p:sp>
      <p:sp>
        <p:nvSpPr>
          <p:cNvPr id="7" name="Slide Number Placeholder 6"/>
          <p:cNvSpPr>
            <a:spLocks noGrp="1"/>
          </p:cNvSpPr>
          <p:nvPr>
            <p:ph type="sldNum" sz="quarter" idx="11"/>
          </p:nvPr>
        </p:nvSpPr>
        <p:spPr/>
        <p:txBody>
          <a:bodyPr rtlCol="0"/>
          <a:lstStyle/>
          <a:p>
            <a:fld id="{E16FA238-3496-4EB3-9FDA-1504D17CAFFE}" type="slidenum">
              <a:rPr lang="en-IN" smtClean="0"/>
              <a:t>‹#›</a:t>
            </a:fld>
            <a:endParaRPr lang="en-IN"/>
          </a:p>
        </p:txBody>
      </p:sp>
      <p:sp>
        <p:nvSpPr>
          <p:cNvPr id="8" name="Footer Placeholder 7"/>
          <p:cNvSpPr>
            <a:spLocks noGrp="1"/>
          </p:cNvSpPr>
          <p:nvPr>
            <p:ph type="ftr" sz="quarter" idx="12"/>
          </p:nvPr>
        </p:nvSpPr>
        <p:spPr/>
        <p:txBody>
          <a:bodyPr rtlCol="0"/>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F4E79E-C862-47B0-AAF0-E1CC469EDB81}" type="datetimeFigureOut">
              <a:rPr lang="en-IN" smtClean="0"/>
              <a:t>02-05-2023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16FA238-3496-4EB3-9FDA-1504D17CAFF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B0F4E79E-C862-47B0-AAF0-E1CC469EDB81}" type="datetimeFigureOut">
              <a:rPr lang="en-IN" smtClean="0"/>
              <a:t>02-05-2023</a:t>
            </a:fld>
            <a:endParaRPr lang="en-IN"/>
          </a:p>
        </p:txBody>
      </p:sp>
      <p:sp>
        <p:nvSpPr>
          <p:cNvPr id="22" name="Slide Number Placeholder 21"/>
          <p:cNvSpPr>
            <a:spLocks noGrp="1"/>
          </p:cNvSpPr>
          <p:nvPr>
            <p:ph type="sldNum" sz="quarter" idx="15"/>
          </p:nvPr>
        </p:nvSpPr>
        <p:spPr/>
        <p:txBody>
          <a:bodyPr rtlCol="0"/>
          <a:lstStyle/>
          <a:p>
            <a:fld id="{E16FA238-3496-4EB3-9FDA-1504D17CAFFE}" type="slidenum">
              <a:rPr lang="en-IN" smtClean="0"/>
              <a:t>‹#›</a:t>
            </a:fld>
            <a:endParaRPr lang="en-IN"/>
          </a:p>
        </p:txBody>
      </p:sp>
      <p:sp>
        <p:nvSpPr>
          <p:cNvPr id="23" name="Footer Placeholder 22"/>
          <p:cNvSpPr>
            <a:spLocks noGrp="1"/>
          </p:cNvSpPr>
          <p:nvPr>
            <p:ph type="ftr" sz="quarter" idx="16"/>
          </p:nvPr>
        </p:nvSpPr>
        <p:spPr/>
        <p:txBody>
          <a:bodyPr rtlCol="0"/>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B0F4E79E-C862-47B0-AAF0-E1CC469EDB81}" type="datetimeFigureOut">
              <a:rPr lang="en-IN" smtClean="0"/>
              <a:t>02-05-2023</a:t>
            </a:fld>
            <a:endParaRPr lang="en-IN"/>
          </a:p>
        </p:txBody>
      </p:sp>
      <p:sp>
        <p:nvSpPr>
          <p:cNvPr id="18" name="Slide Number Placeholder 17"/>
          <p:cNvSpPr>
            <a:spLocks noGrp="1"/>
          </p:cNvSpPr>
          <p:nvPr>
            <p:ph type="sldNum" sz="quarter" idx="11"/>
          </p:nvPr>
        </p:nvSpPr>
        <p:spPr/>
        <p:txBody>
          <a:bodyPr rtlCol="0"/>
          <a:lstStyle/>
          <a:p>
            <a:fld id="{E16FA238-3496-4EB3-9FDA-1504D17CAFFE}" type="slidenum">
              <a:rPr lang="en-IN" smtClean="0"/>
              <a:t>‹#›</a:t>
            </a:fld>
            <a:endParaRPr lang="en-IN"/>
          </a:p>
        </p:txBody>
      </p:sp>
      <p:sp>
        <p:nvSpPr>
          <p:cNvPr id="21" name="Footer Placeholder 20"/>
          <p:cNvSpPr>
            <a:spLocks noGrp="1"/>
          </p:cNvSpPr>
          <p:nvPr>
            <p:ph type="ftr" sz="quarter" idx="12"/>
          </p:nvPr>
        </p:nvSpPr>
        <p:spPr/>
        <p:txBody>
          <a:bodyPr rtlCol="0"/>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0F4E79E-C862-47B0-AAF0-E1CC469EDB81}" type="datetimeFigureOut">
              <a:rPr lang="en-IN" smtClean="0"/>
              <a:t>02-05-2023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6FA238-3496-4EB3-9FDA-1504D17CAFF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0F4E79E-C862-47B0-AAF0-E1CC469EDB81}" type="datetimeFigureOut">
              <a:rPr lang="en-IN" smtClean="0"/>
              <a:t>02-05-2023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16FA238-3496-4EB3-9FDA-1504D17CAFF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B0F4E79E-C862-47B0-AAF0-E1CC469EDB81}" type="datetimeFigureOut">
              <a:rPr lang="en-IN" smtClean="0"/>
              <a:t>02-05-2023</a:t>
            </a:fld>
            <a:endParaRPr lang="en-IN"/>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IN"/>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E16FA238-3496-4EB3-9FDA-1504D17CAFF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simplilearn.com/tutorials/cpp-tutorial/cpp-gui"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insights.stackoverflow.com/survey/2019#technology" TargetMode="External"/><Relationship Id="rId2" Type="http://schemas.openxmlformats.org/officeDocument/2006/relationships/hyperlink" Target="https://www.simplilearn.com/what-is-database-management-article"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simplilearn.com/tutorials/programming-tutorial/backend-languages" TargetMode="External"/><Relationship Id="rId2" Type="http://schemas.openxmlformats.org/officeDocument/2006/relationships/hyperlink" Target="https://www.simplilearn.com/tutorials/deep-learning-tutorial/what-is-tensorflow"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3728" y="1052736"/>
            <a:ext cx="6624736" cy="2016225"/>
          </a:xfrm>
        </p:spPr>
        <p:txBody>
          <a:bodyPr>
            <a:normAutofit/>
          </a:bodyPr>
          <a:lstStyle/>
          <a:p>
            <a:r>
              <a:rPr lang="en-US" sz="6000" dirty="0" smtClean="0">
                <a:solidFill>
                  <a:srgbClr val="00B0F0"/>
                </a:solidFill>
                <a:latin typeface="Algerian" pitchFamily="82" charset="0"/>
              </a:rPr>
              <a:t>C++ Activity </a:t>
            </a:r>
            <a:br>
              <a:rPr lang="en-US" sz="6000" dirty="0" smtClean="0">
                <a:solidFill>
                  <a:srgbClr val="00B0F0"/>
                </a:solidFill>
                <a:latin typeface="Algerian" pitchFamily="82" charset="0"/>
              </a:rPr>
            </a:br>
            <a:r>
              <a:rPr lang="en-US" sz="6000" dirty="0">
                <a:solidFill>
                  <a:srgbClr val="00B0F0"/>
                </a:solidFill>
                <a:latin typeface="Algerian" pitchFamily="82" charset="0"/>
              </a:rPr>
              <a:t> </a:t>
            </a:r>
            <a:r>
              <a:rPr lang="en-US" sz="6000" dirty="0" smtClean="0">
                <a:solidFill>
                  <a:srgbClr val="00B0F0"/>
                </a:solidFill>
                <a:latin typeface="Algerian" pitchFamily="82" charset="0"/>
              </a:rPr>
              <a:t>             No : 2</a:t>
            </a:r>
            <a:endParaRPr lang="en-IN" sz="6000" dirty="0">
              <a:solidFill>
                <a:srgbClr val="00B0F0"/>
              </a:solidFill>
              <a:latin typeface="Algerian" pitchFamily="82" charset="0"/>
            </a:endParaRPr>
          </a:p>
        </p:txBody>
      </p:sp>
      <p:sp>
        <p:nvSpPr>
          <p:cNvPr id="3" name="Subtitle 2"/>
          <p:cNvSpPr>
            <a:spLocks noGrp="1"/>
          </p:cNvSpPr>
          <p:nvPr>
            <p:ph type="subTitle" idx="1"/>
          </p:nvPr>
        </p:nvSpPr>
        <p:spPr/>
        <p:txBody>
          <a:bodyPr>
            <a:normAutofit/>
          </a:bodyPr>
          <a:lstStyle/>
          <a:p>
            <a:r>
              <a:rPr lang="en-US" dirty="0" smtClean="0">
                <a:latin typeface="Centaur" pitchFamily="18" charset="0"/>
              </a:rPr>
              <a:t>Project By : </a:t>
            </a:r>
            <a:r>
              <a:rPr lang="en-US" dirty="0" err="1" smtClean="0">
                <a:latin typeface="Centaur" pitchFamily="18" charset="0"/>
              </a:rPr>
              <a:t>Pranav</a:t>
            </a:r>
            <a:r>
              <a:rPr lang="en-US" dirty="0" smtClean="0">
                <a:latin typeface="Centaur" pitchFamily="18" charset="0"/>
              </a:rPr>
              <a:t> </a:t>
            </a:r>
            <a:r>
              <a:rPr lang="en-US" dirty="0" err="1" smtClean="0">
                <a:latin typeface="Centaur" pitchFamily="18" charset="0"/>
              </a:rPr>
              <a:t>Eknath</a:t>
            </a:r>
            <a:r>
              <a:rPr lang="en-US" dirty="0" smtClean="0">
                <a:latin typeface="Centaur" pitchFamily="18" charset="0"/>
              </a:rPr>
              <a:t> </a:t>
            </a:r>
            <a:r>
              <a:rPr lang="en-US" dirty="0" err="1" smtClean="0">
                <a:latin typeface="Centaur" pitchFamily="18" charset="0"/>
              </a:rPr>
              <a:t>Kharche</a:t>
            </a:r>
            <a:endParaRPr lang="en-US" dirty="0" smtClean="0">
              <a:latin typeface="Centaur" pitchFamily="18" charset="0"/>
            </a:endParaRPr>
          </a:p>
          <a:p>
            <a:r>
              <a:rPr lang="en-US" dirty="0" smtClean="0">
                <a:latin typeface="Centaur" pitchFamily="18" charset="0"/>
              </a:rPr>
              <a:t>Roll no : 72 </a:t>
            </a:r>
          </a:p>
          <a:p>
            <a:r>
              <a:rPr lang="en-US" dirty="0">
                <a:latin typeface="Centaur" pitchFamily="18" charset="0"/>
              </a:rPr>
              <a:t>C</a:t>
            </a:r>
            <a:r>
              <a:rPr lang="en-US" dirty="0" smtClean="0">
                <a:latin typeface="Centaur" pitchFamily="18" charset="0"/>
              </a:rPr>
              <a:t>lass : SYBCA(Science)</a:t>
            </a:r>
            <a:endParaRPr lang="en-IN" dirty="0">
              <a:latin typeface="Centaur" pitchFamily="18" charset="0"/>
            </a:endParaRPr>
          </a:p>
        </p:txBody>
      </p:sp>
    </p:spTree>
    <p:extLst>
      <p:ext uri="{BB962C8B-B14F-4D97-AF65-F5344CB8AC3E}">
        <p14:creationId xmlns:p14="http://schemas.microsoft.com/office/powerpoint/2010/main" val="7930077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23728" y="908720"/>
            <a:ext cx="6624736" cy="1224135"/>
          </a:xfrm>
        </p:spPr>
        <p:txBody>
          <a:bodyPr>
            <a:normAutofit fontScale="90000"/>
          </a:bodyPr>
          <a:lstStyle/>
          <a:p>
            <a:r>
              <a:rPr lang="en-US" sz="2800" dirty="0" smtClean="0"/>
              <a:t>Using of  </a:t>
            </a:r>
            <a:r>
              <a:rPr lang="en-US" sz="2800" dirty="0"/>
              <a:t>C</a:t>
            </a:r>
            <a:r>
              <a:rPr lang="en-US" sz="2800" dirty="0" smtClean="0"/>
              <a:t>++ : { With </a:t>
            </a:r>
            <a:r>
              <a:rPr lang="en-US" sz="2800" dirty="0"/>
              <a:t>Real-World </a:t>
            </a:r>
            <a:r>
              <a:rPr lang="en-US" sz="2800" dirty="0" smtClean="0"/>
              <a:t>Applications }</a:t>
            </a:r>
            <a:r>
              <a:rPr lang="en-US" sz="2800" dirty="0"/>
              <a:t/>
            </a:r>
            <a:br>
              <a:rPr lang="en-US" sz="2800" dirty="0"/>
            </a:br>
            <a:endParaRPr lang="en-IN" sz="2800" dirty="0">
              <a:latin typeface="Centaur" pitchFamily="18" charset="0"/>
            </a:endParaRPr>
          </a:p>
        </p:txBody>
      </p:sp>
      <p:sp>
        <p:nvSpPr>
          <p:cNvPr id="3" name="Subtitle 2"/>
          <p:cNvSpPr>
            <a:spLocks noGrp="1"/>
          </p:cNvSpPr>
          <p:nvPr>
            <p:ph type="subTitle" idx="1"/>
          </p:nvPr>
        </p:nvSpPr>
        <p:spPr>
          <a:xfrm>
            <a:off x="2267744" y="2564904"/>
            <a:ext cx="6552728" cy="3528392"/>
          </a:xfrm>
        </p:spPr>
        <p:txBody>
          <a:bodyPr>
            <a:normAutofit/>
          </a:bodyPr>
          <a:lstStyle/>
          <a:p>
            <a:r>
              <a:rPr lang="en-US" sz="1800" dirty="0" smtClean="0">
                <a:latin typeface="Script MT Bold" pitchFamily="66" charset="0"/>
              </a:rPr>
              <a:t>        </a:t>
            </a:r>
            <a:endParaRPr lang="en-US" sz="1800" b="1" dirty="0"/>
          </a:p>
          <a:p>
            <a:r>
              <a:rPr lang="en-US" sz="1800" b="1" dirty="0" smtClean="0">
                <a:latin typeface="Book Antiqua" pitchFamily="18" charset="0"/>
              </a:rPr>
              <a:t>  </a:t>
            </a:r>
            <a:endParaRPr lang="en-US" sz="1800" b="1" dirty="0">
              <a:latin typeface="Book Antiqua" pitchFamily="18" charset="0"/>
            </a:endParaRPr>
          </a:p>
          <a:p>
            <a:r>
              <a:rPr lang="en-US" sz="1800" dirty="0" smtClean="0">
                <a:latin typeface="Script MT Bold" pitchFamily="66" charset="0"/>
              </a:rPr>
              <a:t>            </a:t>
            </a:r>
            <a:r>
              <a:rPr lang="en-US" dirty="0"/>
              <a:t>Almost all the programs and systems that you use or a part of their codebase is written either in C or C++.Be it Windows, a web browser, your favorite game, or a video editing software, the uses of C++ can be found in almost all applications today. Here are some interesting areas where C++ is popularly used.</a:t>
            </a:r>
          </a:p>
          <a:p>
            <a:r>
              <a:rPr lang="en-US" sz="1800" dirty="0" smtClean="0">
                <a:latin typeface="Script MT Bold" pitchFamily="66" charset="0"/>
              </a:rPr>
              <a:t>                        </a:t>
            </a:r>
          </a:p>
          <a:p>
            <a:endParaRPr lang="en-US" sz="1800" dirty="0">
              <a:latin typeface="Script MT Bold" pitchFamily="66" charset="0"/>
            </a:endParaRPr>
          </a:p>
          <a:p>
            <a:r>
              <a:rPr lang="en-US" sz="1800" dirty="0" smtClean="0">
                <a:latin typeface="Script MT Bold" pitchFamily="66" charset="0"/>
              </a:rPr>
              <a:t>                    </a:t>
            </a:r>
            <a:endParaRPr lang="en-IN" sz="1800" dirty="0">
              <a:latin typeface="Script MT Bold" pitchFamily="66" charset="0"/>
            </a:endParaRPr>
          </a:p>
        </p:txBody>
      </p:sp>
    </p:spTree>
    <p:extLst>
      <p:ext uri="{BB962C8B-B14F-4D97-AF65-F5344CB8AC3E}">
        <p14:creationId xmlns:p14="http://schemas.microsoft.com/office/powerpoint/2010/main" val="1702878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536" y="404664"/>
            <a:ext cx="8064896" cy="5139869"/>
          </a:xfrm>
          <a:prstGeom prst="rect">
            <a:avLst/>
          </a:prstGeom>
        </p:spPr>
        <p:txBody>
          <a:bodyPr wrap="square">
            <a:spAutoFit/>
          </a:bodyPr>
          <a:lstStyle/>
          <a:p>
            <a:r>
              <a:rPr lang="en-US" sz="2800" b="1" dirty="0">
                <a:latin typeface="Baskerville Old Face" pitchFamily="18" charset="0"/>
              </a:rPr>
              <a:t>1. </a:t>
            </a:r>
            <a:r>
              <a:rPr lang="en-US" sz="2000" b="1" dirty="0">
                <a:latin typeface="Baskerville Old Face" pitchFamily="18" charset="0"/>
              </a:rPr>
              <a:t>Operating Systems</a:t>
            </a:r>
          </a:p>
          <a:p>
            <a:pPr marL="301752" lvl="1" indent="0">
              <a:buNone/>
            </a:pPr>
            <a:r>
              <a:rPr lang="en-US" sz="2000" dirty="0"/>
              <a:t>C++ is a fast and strongly-typed programming language which makes it an ideal choice for developing operating systems. Mac OS X has large amounts written in C++. Most of the software from Microsoft like Windows, Microsoft Office, IDE Visual Studio, and Internet Explorer are also written in C++.</a:t>
            </a:r>
          </a:p>
          <a:p>
            <a:r>
              <a:rPr lang="en-US" sz="2000" b="1" dirty="0">
                <a:latin typeface="Baskerville Old Face" pitchFamily="18" charset="0"/>
              </a:rPr>
              <a:t>2. Games</a:t>
            </a:r>
          </a:p>
          <a:p>
            <a:pPr marL="301752" lvl="1" indent="0">
              <a:buNone/>
            </a:pPr>
            <a:r>
              <a:rPr lang="en-US" sz="2000" dirty="0"/>
              <a:t>Since C++ is closer to hardware, game development companies use it as their primary choice to develop gaming systems. It can easily manipulate resources and can override the complexities of 3D games and multiplayer networking.</a:t>
            </a:r>
          </a:p>
          <a:p>
            <a:pPr marL="301752" lvl="1" indent="0">
              <a:buNone/>
            </a:pPr>
            <a:endParaRPr lang="en-US" sz="2000" dirty="0"/>
          </a:p>
          <a:p>
            <a:r>
              <a:rPr lang="en-US" sz="2000" b="1" dirty="0">
                <a:latin typeface="Baskerville Old Face" pitchFamily="18" charset="0"/>
              </a:rPr>
              <a:t>3. GUI Based Applications</a:t>
            </a:r>
          </a:p>
          <a:p>
            <a:pPr marL="301752" lvl="1" indent="0">
              <a:buNone/>
            </a:pPr>
            <a:r>
              <a:rPr lang="en-US" sz="2000" dirty="0"/>
              <a:t>C++ is also used to develop </a:t>
            </a:r>
            <a:r>
              <a:rPr lang="en-US" sz="2000" dirty="0">
                <a:hlinkClick r:id="rId2" tooltip="GUI-based"/>
              </a:rPr>
              <a:t>GUI-based</a:t>
            </a:r>
            <a:r>
              <a:rPr lang="en-US" sz="2000" dirty="0"/>
              <a:t> and desktop applications. Most of the applications from Adobe such as Photoshop, Illustrator, etc. are developed using C++.</a:t>
            </a:r>
          </a:p>
        </p:txBody>
      </p:sp>
    </p:spTree>
    <p:extLst>
      <p:ext uri="{BB962C8B-B14F-4D97-AF65-F5344CB8AC3E}">
        <p14:creationId xmlns:p14="http://schemas.microsoft.com/office/powerpoint/2010/main" val="4252289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620688"/>
            <a:ext cx="8615124" cy="5139869"/>
          </a:xfrm>
          <a:prstGeom prst="rect">
            <a:avLst/>
          </a:prstGeom>
        </p:spPr>
        <p:txBody>
          <a:bodyPr wrap="square">
            <a:spAutoFit/>
          </a:bodyPr>
          <a:lstStyle/>
          <a:p>
            <a:r>
              <a:rPr lang="en-US" sz="2000" b="1" dirty="0">
                <a:latin typeface="Baskerville Old Face" pitchFamily="18" charset="0"/>
              </a:rPr>
              <a:t>4. Web Browsers</a:t>
            </a:r>
          </a:p>
          <a:p>
            <a:pPr lvl="1"/>
            <a:r>
              <a:rPr lang="en-US" dirty="0"/>
              <a:t>Web browsers need to be fast in execution as people do not like to wait for their web pages to be loaded. This is why most browsers are developed in C++ for rendering purposes. Mozilla Firefox is completely developed from C++. Google applications like Chrome and Google File System are partly written in C++.</a:t>
            </a:r>
          </a:p>
          <a:p>
            <a:endParaRPr lang="en-US" dirty="0"/>
          </a:p>
          <a:p>
            <a:r>
              <a:rPr lang="en-US" sz="2000" b="1" dirty="0">
                <a:latin typeface="Baskerville Old Face" pitchFamily="18" charset="0"/>
              </a:rPr>
              <a:t>5. Embedded Systems</a:t>
            </a:r>
          </a:p>
          <a:p>
            <a:pPr lvl="1"/>
            <a:r>
              <a:rPr lang="en-US" dirty="0"/>
              <a:t>Various embedded systems that require the program to be closer to hardware such as smart watches, medical equipment systems, etc., are developed in C++. It can provide a lot of low-level function calls, unlike other high-level programming languages.</a:t>
            </a:r>
          </a:p>
          <a:p>
            <a:pPr lvl="1"/>
            <a:endParaRPr lang="en-US" dirty="0"/>
          </a:p>
          <a:p>
            <a:r>
              <a:rPr lang="en-US" sz="2000" b="1" dirty="0">
                <a:latin typeface="Baskerville Old Face" pitchFamily="18" charset="0"/>
              </a:rPr>
              <a:t>6. Banking Applications</a:t>
            </a:r>
          </a:p>
          <a:p>
            <a:pPr lvl="1"/>
            <a:r>
              <a:rPr lang="en-US" dirty="0"/>
              <a:t>Since banking applications require concurrency, multi-threading, concurrency, and high performance, C++ is the default choice of programming language. Infosys Finical is a popular banking application developed using C++.</a:t>
            </a:r>
          </a:p>
        </p:txBody>
      </p:sp>
    </p:spTree>
    <p:extLst>
      <p:ext uri="{BB962C8B-B14F-4D97-AF65-F5344CB8AC3E}">
        <p14:creationId xmlns:p14="http://schemas.microsoft.com/office/powerpoint/2010/main" val="90683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8123" y="548680"/>
            <a:ext cx="8280920" cy="5632311"/>
          </a:xfrm>
          <a:prstGeom prst="rect">
            <a:avLst/>
          </a:prstGeom>
        </p:spPr>
        <p:txBody>
          <a:bodyPr wrap="square">
            <a:spAutoFit/>
          </a:bodyPr>
          <a:lstStyle/>
          <a:p>
            <a:r>
              <a:rPr lang="en-US" sz="2000" b="1" dirty="0">
                <a:latin typeface="Baskerville Old Face" pitchFamily="18" charset="0"/>
              </a:rPr>
              <a:t>7. Compilers</a:t>
            </a:r>
          </a:p>
          <a:p>
            <a:pPr marL="301752" lvl="1" indent="0">
              <a:buNone/>
            </a:pPr>
            <a:r>
              <a:rPr lang="en-US" sz="2000" dirty="0"/>
              <a:t>The compilers of many programming languages are developed in C and C++. This is because they are relatively lower-level when compared to other higher-level languages and are closer to the hardware.</a:t>
            </a:r>
          </a:p>
          <a:p>
            <a:r>
              <a:rPr lang="en-US" sz="2000" b="1" dirty="0">
                <a:latin typeface="Baskerville Old Face" pitchFamily="18" charset="0"/>
              </a:rPr>
              <a:t>8. Database Management Software</a:t>
            </a:r>
          </a:p>
          <a:p>
            <a:pPr marL="301752" lvl="1" indent="0">
              <a:buNone/>
            </a:pPr>
            <a:r>
              <a:rPr lang="en-US" sz="2000" dirty="0"/>
              <a:t>C++ is also used to write </a:t>
            </a:r>
            <a:r>
              <a:rPr lang="en-US" sz="2000" dirty="0">
                <a:hlinkClick r:id="rId2" tooltip="database management"/>
              </a:rPr>
              <a:t>database management</a:t>
            </a:r>
            <a:r>
              <a:rPr lang="en-US" sz="2000" dirty="0"/>
              <a:t> software. The world’s </a:t>
            </a:r>
            <a:r>
              <a:rPr lang="en-US" sz="2000" dirty="0">
                <a:hlinkClick r:id="rId3" tooltip="most popular open-source database"/>
              </a:rPr>
              <a:t>most popular open-source database</a:t>
            </a:r>
            <a:r>
              <a:rPr lang="en-US" sz="2000" dirty="0"/>
              <a:t>, MySQL, is written in C++.</a:t>
            </a:r>
          </a:p>
          <a:p>
            <a:r>
              <a:rPr lang="en-US" sz="2000" b="1" dirty="0">
                <a:latin typeface="Baskerville Old Face" pitchFamily="18" charset="0"/>
              </a:rPr>
              <a:t>9. Cloud/Distributed Systems</a:t>
            </a:r>
          </a:p>
          <a:p>
            <a:pPr marL="301752" lvl="1" indent="0">
              <a:buNone/>
            </a:pPr>
            <a:r>
              <a:rPr lang="en-US" sz="2000" dirty="0"/>
              <a:t>Cloud storage systems that are used extensively need to work closer to the hardware. This makes C++ the default choice for implementing cloud storage systems. These systems also require multithreading support to build concurrent applications that support load tolerance, which C++ provides. Bloomberg is a distributed RDBMS application that is primarily written in C, but its development environment and set of libraries are all written with C++.</a:t>
            </a:r>
          </a:p>
        </p:txBody>
      </p:sp>
    </p:spTree>
    <p:extLst>
      <p:ext uri="{BB962C8B-B14F-4D97-AF65-F5344CB8AC3E}">
        <p14:creationId xmlns:p14="http://schemas.microsoft.com/office/powerpoint/2010/main" val="132859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6826" y="404664"/>
            <a:ext cx="8485029" cy="5016758"/>
          </a:xfrm>
          <a:prstGeom prst="rect">
            <a:avLst/>
          </a:prstGeom>
        </p:spPr>
        <p:txBody>
          <a:bodyPr wrap="square">
            <a:spAutoFit/>
          </a:bodyPr>
          <a:lstStyle/>
          <a:p>
            <a:r>
              <a:rPr lang="en-US" sz="2400" b="1" dirty="0">
                <a:latin typeface="Baskerville Old Face" pitchFamily="18" charset="0"/>
              </a:rPr>
              <a:t>10. Libraries</a:t>
            </a:r>
          </a:p>
          <a:p>
            <a:pPr marL="301752" lvl="1" indent="0">
              <a:buNone/>
            </a:pPr>
            <a:r>
              <a:rPr lang="en-US" dirty="0"/>
              <a:t>Libraries require very high-level mathematical computations, performance, and speed. Hence C++ is the core programming language used by most libraries. </a:t>
            </a:r>
            <a:r>
              <a:rPr lang="en-US" dirty="0" err="1">
                <a:hlinkClick r:id="rId2" tooltip="Tensorflow,"/>
              </a:rPr>
              <a:t>Tensorflow</a:t>
            </a:r>
            <a:r>
              <a:rPr lang="en-US" dirty="0">
                <a:hlinkClick r:id="rId2" tooltip="Tensorflow,"/>
              </a:rPr>
              <a:t>,</a:t>
            </a:r>
            <a:r>
              <a:rPr lang="en-US" dirty="0"/>
              <a:t> one of the most popularly used Machine Learning libraries uses C++ as its</a:t>
            </a:r>
            <a:r>
              <a:rPr lang="en-US" dirty="0">
                <a:hlinkClick r:id="rId3" tooltip="backend programming language"/>
              </a:rPr>
              <a:t> backend programming language</a:t>
            </a:r>
            <a:r>
              <a:rPr lang="en-US" dirty="0"/>
              <a:t>.</a:t>
            </a:r>
          </a:p>
          <a:p>
            <a:pPr marL="301752" lvl="1" indent="0">
              <a:buNone/>
            </a:pPr>
            <a:endParaRPr lang="en-US" dirty="0"/>
          </a:p>
          <a:p>
            <a:r>
              <a:rPr lang="en-US" sz="2400" b="1" dirty="0">
                <a:latin typeface="Baskerville Old Face" pitchFamily="18" charset="0"/>
              </a:rPr>
              <a:t>11. Switches</a:t>
            </a:r>
          </a:p>
          <a:p>
            <a:pPr marL="301752" lvl="1" indent="0">
              <a:buNone/>
            </a:pPr>
            <a:r>
              <a:rPr lang="en-US" sz="2000" dirty="0"/>
              <a:t>Because C++ is one of the fastest programming languages, it is widely used for programming routers, telephone switches, and space probes.</a:t>
            </a:r>
          </a:p>
          <a:p>
            <a:pPr marL="301752" lvl="1" indent="0">
              <a:buNone/>
            </a:pPr>
            <a:endParaRPr lang="en-US" dirty="0"/>
          </a:p>
          <a:p>
            <a:r>
              <a:rPr lang="en-US" sz="2400" b="1" dirty="0">
                <a:latin typeface="Baskerville Old Face" pitchFamily="18" charset="0"/>
              </a:rPr>
              <a:t>12. Advanced Computation and Graphics</a:t>
            </a:r>
          </a:p>
          <a:p>
            <a:pPr marL="301752" lvl="1" indent="0">
              <a:buNone/>
            </a:pPr>
            <a:r>
              <a:rPr lang="en-US" sz="2000" dirty="0"/>
              <a:t>Just like web browsers, all graphics applications require fast rendering. High-end graphical processing, computer vision, or digital image processing software all use C++ as the backend programming language.</a:t>
            </a:r>
          </a:p>
        </p:txBody>
      </p:sp>
    </p:spTree>
    <p:extLst>
      <p:ext uri="{BB962C8B-B14F-4D97-AF65-F5344CB8AC3E}">
        <p14:creationId xmlns:p14="http://schemas.microsoft.com/office/powerpoint/2010/main" val="2293148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47864" y="2492896"/>
            <a:ext cx="4032448" cy="1733578"/>
          </a:xfrm>
        </p:spPr>
        <p:txBody>
          <a:bodyPr>
            <a:normAutofit/>
          </a:bodyPr>
          <a:lstStyle/>
          <a:p>
            <a:r>
              <a:rPr lang="en-US" sz="9600" dirty="0">
                <a:solidFill>
                  <a:schemeClr val="tx1"/>
                </a:solidFill>
                <a:latin typeface="Algerian" pitchFamily="82" charset="0"/>
              </a:rPr>
              <a:t>END...</a:t>
            </a:r>
            <a:endParaRPr lang="en-IN" sz="9600"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3455943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102</TotalTime>
  <Words>389</Words>
  <Application>Microsoft Office PowerPoint</Application>
  <PresentationFormat>On-screen Show (4:3)</PresentationFormat>
  <Paragraphs>42</Paragraphs>
  <Slides>7</Slides>
  <Notes>1</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Oriel</vt:lpstr>
      <vt:lpstr>C++ Activity                No : 2</vt:lpstr>
      <vt:lpstr>Using of  C++ : { With Real-World Applications } </vt:lpstr>
      <vt:lpstr>PowerPoint Presentation</vt:lpstr>
      <vt:lpstr>PowerPoint Presentation</vt:lpstr>
      <vt:lpstr>PowerPoint Presentation</vt:lpstr>
      <vt:lpstr>PowerPoint Presentation</vt:lpstr>
      <vt:lpstr>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Activity No : 2</dc:title>
  <dc:creator>Dell</dc:creator>
  <cp:lastModifiedBy>Dell</cp:lastModifiedBy>
  <cp:revision>11</cp:revision>
  <dcterms:created xsi:type="dcterms:W3CDTF">2023-04-29T05:41:52Z</dcterms:created>
  <dcterms:modified xsi:type="dcterms:W3CDTF">2023-05-02T11:26:34Z</dcterms:modified>
</cp:coreProperties>
</file>